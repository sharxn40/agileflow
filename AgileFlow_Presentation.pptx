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AgileFlow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Your Ultimate Agile Project Management Solution</a:t>
            </a:r>
          </a:p>
          <a:p>
            <a:r>
              <a:t>Internal Review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Why AgileFlow?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The Problem: Fragmented tools, steep learning curves, low visibility.</a:t>
            </a:r>
          </a:p>
          <a:p>
            <a:pPr/>
            <a:r>
              <a:t>The Solution: All-in-One hub for Kanban, Chat, and Budgeting.</a:t>
            </a:r>
          </a:p>
          <a:p>
            <a:pPr/>
            <a:r>
              <a:t>Modern &amp; Intuitive: Built with React/Vite for speed and scale.</a:t>
            </a:r>
          </a:p>
          <a:p>
            <a:pPr/>
            <a:r>
              <a:t>Real-time Collaboration: Powered by Firebase and Socket.io.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Project Management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Dynamic Kanban Boards: Drag-and-drop tasks across columns.</a:t>
            </a:r>
          </a:p>
          <a:p>
            <a:pPr/>
            <a:r>
              <a:t>Backlog Management: Prioritize and organize upcoming work.</a:t>
            </a:r>
          </a:p>
          <a:p>
            <a:pPr/>
            <a:r>
              <a:t>Timeline View: Visual deadlines and project progress tracking.</a:t>
            </a:r>
          </a:p>
          <a:p>
            <a:pPr/>
            <a:r>
              <a:t>Task Details: Rich interactions with comments and status history.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Team Collaboration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Integrated Team Chat: Instant communication via Socket.io.</a:t>
            </a:r>
          </a:p>
          <a:p>
            <a:pPr/>
            <a:r>
              <a:t>Meeting Scheduling: Simplified coordination for team syncs.</a:t>
            </a:r>
          </a:p>
          <a:p>
            <a:pPr/>
            <a:r>
              <a:t>Notification System: Real-time alerts for crucial updates.</a:t>
            </a:r>
          </a:p>
          <a:p>
            <a:pPr/>
            <a:r>
              <a:t>Member Profiles: Role-based access and user management.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Advanced Dashboards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Admin Dashboard: High-level system and user control.</a:t>
            </a:r>
          </a:p>
          <a:p>
            <a:pPr/>
            <a:r>
              <a:t>Project Lead Dashboard: Productivity metrics and milestones.</a:t>
            </a:r>
          </a:p>
          <a:p>
            <a:pPr/>
            <a:r>
              <a:t>Member Dashboard: Personalized task lists and activity feeds.</a:t>
            </a:r>
          </a:p>
          <a:p>
            <a:pPr/>
            <a:r>
              <a:t>Analytics: Tracking project velocity and team performance.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Technical Stack: Frontend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React 18+: Component-based architecture for modern web apps.</a:t>
            </a:r>
          </a:p>
          <a:p>
            <a:pPr/>
            <a:r>
              <a:t>Vite: Ultra-fast development and build environment.</a:t>
            </a:r>
          </a:p>
          <a:p>
            <a:pPr/>
            <a:r>
              <a:t>Tailwind/CSS: Premium, responsive UI with custom design tokens.</a:t>
            </a:r>
          </a:p>
          <a:p>
            <a:pPr/>
            <a:r>
              <a:t>State Management: Context API and React Hooks for efficiency.</a:t>
            </a:r>
          </a:p>
          <a:p>
            <a:pPr/>
            <a:r>
              <a:t>UX Polish: Smooth transitions and interactive micro-animations.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Technical Stack: Backend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Node.js &amp; Express: Robust and scalable server-side environment.</a:t>
            </a:r>
          </a:p>
          <a:p>
            <a:pPr/>
            <a:r>
              <a:t>JWT Authentication: Secure session management and API access.</a:t>
            </a:r>
          </a:p>
          <a:p>
            <a:pPr/>
            <a:r>
              <a:t>Socket.io: Real-time bi-directional messaging layer.</a:t>
            </a:r>
          </a:p>
          <a:p>
            <a:pPr/>
            <a:r>
              <a:t>Razorpay: Seamless financial transaction integration.</a:t>
            </a:r>
          </a:p>
          <a:p>
            <a:pPr/>
            <a:r>
              <a:t>Nodemailer: Automated system notifications and reporting.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Database &amp; Cloud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Firebase Firestore: Real-time NoSQL database for instant sync.</a:t>
            </a:r>
          </a:p>
          <a:p>
            <a:pPr/>
            <a:r>
              <a:t>Firebase Hosting: Global CDN for optimized frontend delivery.</a:t>
            </a:r>
          </a:p>
          <a:p>
            <a:pPr/>
            <a:r>
              <a:t>Google Cloud Run: Docker-based backend for automatic scaling.</a:t>
            </a:r>
          </a:p>
          <a:p>
            <a:pPr/>
            <a:r>
              <a:t>Security: Granular Firestore rules and GCP IAM controls.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Business &amp; Financial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Project Budget Config: Monitor project spend in real-time.</a:t>
            </a:r>
          </a:p>
          <a:p>
            <a:pPr/>
            <a:r>
              <a:t>Payment Approvals: Streamlined workflow for expenses.</a:t>
            </a:r>
          </a:p>
          <a:p>
            <a:pPr/>
            <a:r>
              <a:t>Time Tracker: Accurate logging for billable hours.</a:t>
            </a:r>
          </a:p>
          <a:p>
            <a:pPr/>
            <a:r>
              <a:t>Stakeholder Reporting: Exportable high-level summaries.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Status &amp;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Accomplished: Full Auth, Kanban, Chat, and Dashboards.</a:t>
            </a:r>
          </a:p>
          <a:p>
            <a:pPr/>
            <a:r>
              <a:t>Mobile App: React Native port for cross-platform access.</a:t>
            </a:r>
          </a:p>
          <a:p>
            <a:pPr/>
            <a:r>
              <a:t>AI Assistant: Automated task prioritization and summaries.</a:t>
            </a:r>
          </a:p>
          <a:p>
            <a:pPr/>
            <a:r>
              <a:t>Advanced Analytics: Sprint burndown and team velocity insights.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Q&amp;A / 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AgileFlow: Streamlining the way we build, together.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